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2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7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39F5-7C47-AF77-BE0B-D9106AF1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5A567-1458-181E-5FF6-46E97E317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C9BC4-3C79-B3CC-B32C-FAEC86346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2F22-5EF3-3926-0691-A4DA4AE165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6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11112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– Trimester 4 | Dept of CS&amp;IT | Project Abstract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6" name="Image 0" descr="/home/claude/ppt/assets/klh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57200"/>
            <a:ext cx="6611112" cy="7927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&amp; MOBILITY PLATFORM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80160" y="2286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Explainer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80160" y="2880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Details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32461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R. Rohit – 2520080037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G. Bhupathi – 2520090027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S. Anjani Shreyaj – 2520090082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251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Year B.Tech – Trimester 4 – Dept of CS&amp;IT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48006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Guide Name: ___DR M Gayatri___________________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11112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– Trimester 4 | Dept of CS&amp;IT | Project Abstract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6" name="Image 0" descr="/home/claude/ppt/assets/klh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7432"/>
            <a:ext cx="822960" cy="305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 Databases?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“Smart” Part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11112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– Trimester 4 | Dept of CS&amp;IT | Project Abstract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6" name="Image 0" descr="/home/claude/ppt/assets/klh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7432"/>
            <a:ext cx="822960" cy="305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system for a car rental app — think Zoomcar or Revv — that handles bookings, vehicle listings, live availability, and recommendations.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Good Database Project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5420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using one database for everything, we deliberately use a different database for each kind of data — because each type of data behaves differently.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3264408"/>
            <a:ext cx="8138160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91840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payments, invoices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329184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43400" y="329184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be 100% correct — no double bookings, no lost payments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85876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listings, photos, reviews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017520" y="385876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43400" y="3858768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and varied — a bike listing differs from an SUV listing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398264"/>
            <a:ext cx="8138160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42569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017520" y="442569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43400" y="4425696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“similar” vehicles — same idea as Spotify/Netflix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11112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– Trimester 4 | Dept of CS&amp;IT | Project Abstract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6" name="Image 0" descr="/home/claude/ppt/assets/klh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7432"/>
            <a:ext cx="822960" cy="305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384048" cy="38404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2527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app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51560" y="157276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FastAPI, which checks who they are (login/roles) and routes the request.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450592"/>
            <a:ext cx="384048" cy="38404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2423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live update?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51560" y="2743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car still available right now” goes to a Node.js service using Socket.io/Redis for real-time push.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621024"/>
            <a:ext cx="384048" cy="38404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5935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pricing, or placing an order?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51560" y="391363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a Spring Boot service.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4791456"/>
            <a:ext cx="384048" cy="38404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51560" y="476402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51560" y="508406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 read and write to the databases from the previous slide.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11112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– Trimester 4 | Dept of CS&amp;IT | Project Abstract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Image 0" descr="/home/claude/ppt/assets/klh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7432"/>
            <a:ext cx="822960" cy="305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“Smart” Part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car touches three things at once: check inventory, hold the car, charge payment.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payment fails halfway, you can't leave the car “held” forever.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02920" y="2331720"/>
            <a:ext cx="8138160" cy="10515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4505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Saga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76148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undo the earlier steps if a later step fails, without locking the whole database.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Too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in Docker containers, deployed via Kubernetes, and monitored using Prometheus/Grafana. GitHub Actions auto-tests and deploys on every code change.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81E18-5440-F117-D995-BA89A93A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C63E50-8B30-C062-32ED-5775A7B7EC96}"/>
              </a:ext>
            </a:extLst>
          </p:cNvPr>
          <p:cNvSpPr/>
          <p:nvPr/>
        </p:nvSpPr>
        <p:spPr>
          <a:xfrm>
            <a:off x="0" y="0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1ABD29-A8DB-BFAB-A05F-E564ADB159B8}"/>
              </a:ext>
            </a:extLst>
          </p:cNvPr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F45247-91F0-7FBD-1354-E1916F76ED70}"/>
              </a:ext>
            </a:extLst>
          </p:cNvPr>
          <p:cNvSpPr/>
          <p:nvPr/>
        </p:nvSpPr>
        <p:spPr>
          <a:xfrm>
            <a:off x="182880" y="6611112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– Trimester 4 | Dept of CS&amp;IT | Project Abstract Review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91F27E-9A42-5664-9BF7-7598F2BAD236}"/>
              </a:ext>
            </a:extLst>
          </p:cNvPr>
          <p:cNvSpPr/>
          <p:nvPr/>
        </p:nvSpPr>
        <p:spPr>
          <a:xfrm>
            <a:off x="8503920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Image 0" descr="/home/claude/ppt/assets/klh_small.png">
            <a:extLst>
              <a:ext uri="{FF2B5EF4-FFF2-40B4-BE49-F238E27FC236}">
                <a16:creationId xmlns:a16="http://schemas.microsoft.com/office/drawing/2014/main" id="{40C76927-4488-C9A8-7B67-DC533B47F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7432"/>
            <a:ext cx="822960" cy="30541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37FB273-D785-91B9-3635-05EB9BDD29BA}"/>
              </a:ext>
            </a:extLst>
          </p:cNvPr>
          <p:cNvSpPr/>
          <p:nvPr/>
        </p:nvSpPr>
        <p:spPr>
          <a:xfrm>
            <a:off x="50292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/>
              <a:t>Abstract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987D917-7D44-EFFF-5059-24DFC09D0358}"/>
              </a:ext>
            </a:extLst>
          </p:cNvPr>
          <p:cNvSpPr/>
          <p:nvPr/>
        </p:nvSpPr>
        <p:spPr>
          <a:xfrm>
            <a:off x="502920" y="1863306"/>
            <a:ext cx="8138160" cy="289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 Rental and Mobility Platform is a modern digital system designed to simplify vehicle rental and mobility services by connecting customers, vehicles, bookings, payments, and service providers through a unified platform.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efficient management of vehicle information, specifications, images, reviews, pricing, and rental availability.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addresses the need for transactional consistency (bookings &amp; payments), flexible catalog data (listings &amp; reviews), real-time tracking, and similarity-based recommendations at scale.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 real-time vehicle availability and tracking updates, helping customers and service providers manage vehicles more efficiently.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provides role-based access for customers, rental agents, and administrators through a secure API gateway.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PostgreSQL manages structured transactional data, MongoDB handles flexible vehicle catalog &amp; review records, and </a:t>
            </a:r>
            <a:r>
              <a:rPr lang="en-US" sz="14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pgvector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powers similarity search for recommendations.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backend is designed for containerized, service-oriented deployment with full observability, applying the database and distributed backend concepts covered in the course.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165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678</Words>
  <Application>Microsoft Office PowerPoint</Application>
  <PresentationFormat>On-screen Show (4:3)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Bhupathiraj gedela</cp:lastModifiedBy>
  <cp:revision>2</cp:revision>
  <dcterms:created xsi:type="dcterms:W3CDTF">2026-08-26T04:52:07Z</dcterms:created>
  <dcterms:modified xsi:type="dcterms:W3CDTF">2026-08-26T06:11:22Z</dcterms:modified>
</cp:coreProperties>
</file>